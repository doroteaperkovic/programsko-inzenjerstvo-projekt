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8"/>
  </p:notesMasterIdLst>
  <p:sldIdLst>
    <p:sldId id="265" r:id="rId3"/>
    <p:sldId id="257" r:id="rId4"/>
    <p:sldId id="267" r:id="rId5"/>
    <p:sldId id="268" r:id="rId6"/>
    <p:sldId id="259" r:id="rId7"/>
    <p:sldId id="276" r:id="rId8"/>
    <p:sldId id="269" r:id="rId9"/>
    <p:sldId id="261" r:id="rId10"/>
    <p:sldId id="278" r:id="rId11"/>
    <p:sldId id="275" r:id="rId12"/>
    <p:sldId id="260" r:id="rId13"/>
    <p:sldId id="262" r:id="rId14"/>
    <p:sldId id="279" r:id="rId15"/>
    <p:sldId id="274" r:id="rId16"/>
    <p:sldId id="26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F2153B-8CCA-4920-BFC2-D9E492DBCB74}" v="59" dt="2026-01-20T21:05:57.9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5" autoAdjust="0"/>
    <p:restoredTop sz="97366" autoAdjust="0"/>
  </p:normalViewPr>
  <p:slideViewPr>
    <p:cSldViewPr snapToGrid="0">
      <p:cViewPr varScale="1">
        <p:scale>
          <a:sx n="85" d="100"/>
          <a:sy n="85" d="100"/>
        </p:scale>
        <p:origin x="1330" y="53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otea Perkovic" userId="a435b5a062e7dbbf" providerId="LiveId" clId="{31DBD3D0-DFEC-42CE-86F0-44EEF3EB9EC0}"/>
    <pc:docChg chg="undo custSel addSld delSld modSld">
      <pc:chgData name="Dorotea Perkovic" userId="a435b5a062e7dbbf" providerId="LiveId" clId="{31DBD3D0-DFEC-42CE-86F0-44EEF3EB9EC0}" dt="2026-01-20T21:06:10.359" v="4139" actId="1076"/>
      <pc:docMkLst>
        <pc:docMk/>
      </pc:docMkLst>
      <pc:sldChg chg="modSp mod">
        <pc:chgData name="Dorotea Perkovic" userId="a435b5a062e7dbbf" providerId="LiveId" clId="{31DBD3D0-DFEC-42CE-86F0-44EEF3EB9EC0}" dt="2026-01-19T18:34:14.374" v="3853" actId="20577"/>
        <pc:sldMkLst>
          <pc:docMk/>
          <pc:sldMk cId="1307531060" sldId="257"/>
        </pc:sldMkLst>
        <pc:spChg chg="mod">
          <ac:chgData name="Dorotea Perkovic" userId="a435b5a062e7dbbf" providerId="LiveId" clId="{31DBD3D0-DFEC-42CE-86F0-44EEF3EB9EC0}" dt="2026-01-19T18:34:14.374" v="3853" actId="20577"/>
          <ac:spMkLst>
            <pc:docMk/>
            <pc:sldMk cId="1307531060" sldId="257"/>
            <ac:spMk id="3" creationId="{00000000-0000-0000-0000-000000000000}"/>
          </ac:spMkLst>
        </pc:spChg>
      </pc:sldChg>
      <pc:sldChg chg="addSp modSp mod">
        <pc:chgData name="Dorotea Perkovic" userId="a435b5a062e7dbbf" providerId="LiveId" clId="{31DBD3D0-DFEC-42CE-86F0-44EEF3EB9EC0}" dt="2026-01-19T16:56:36.402" v="1448" actId="12"/>
        <pc:sldMkLst>
          <pc:docMk/>
          <pc:sldMk cId="3161375826" sldId="259"/>
        </pc:sldMkLst>
        <pc:spChg chg="mod">
          <ac:chgData name="Dorotea Perkovic" userId="a435b5a062e7dbbf" providerId="LiveId" clId="{31DBD3D0-DFEC-42CE-86F0-44EEF3EB9EC0}" dt="2026-01-19T16:56:36.402" v="1448" actId="12"/>
          <ac:spMkLst>
            <pc:docMk/>
            <pc:sldMk cId="3161375826" sldId="259"/>
            <ac:spMk id="3" creationId="{00000000-0000-0000-0000-000000000000}"/>
          </ac:spMkLst>
        </pc:spChg>
        <pc:spChg chg="add">
          <ac:chgData name="Dorotea Perkovic" userId="a435b5a062e7dbbf" providerId="LiveId" clId="{31DBD3D0-DFEC-42CE-86F0-44EEF3EB9EC0}" dt="2026-01-19T16:53:51.716" v="1050"/>
          <ac:spMkLst>
            <pc:docMk/>
            <pc:sldMk cId="3161375826" sldId="259"/>
            <ac:spMk id="5" creationId="{75CFFD02-EDED-09D2-4622-500CA7932087}"/>
          </ac:spMkLst>
        </pc:spChg>
        <pc:spChg chg="add">
          <ac:chgData name="Dorotea Perkovic" userId="a435b5a062e7dbbf" providerId="LiveId" clId="{31DBD3D0-DFEC-42CE-86F0-44EEF3EB9EC0}" dt="2026-01-19T16:53:58.012" v="1051"/>
          <ac:spMkLst>
            <pc:docMk/>
            <pc:sldMk cId="3161375826" sldId="259"/>
            <ac:spMk id="6" creationId="{4A0C811B-BE65-CED4-B856-372A625E2FE4}"/>
          </ac:spMkLst>
        </pc:spChg>
        <pc:spChg chg="add">
          <ac:chgData name="Dorotea Perkovic" userId="a435b5a062e7dbbf" providerId="LiveId" clId="{31DBD3D0-DFEC-42CE-86F0-44EEF3EB9EC0}" dt="2026-01-19T16:54:11.367" v="1052"/>
          <ac:spMkLst>
            <pc:docMk/>
            <pc:sldMk cId="3161375826" sldId="259"/>
            <ac:spMk id="7" creationId="{D9E04740-AB59-7DE3-E42B-65E71C57F5D5}"/>
          </ac:spMkLst>
        </pc:spChg>
      </pc:sldChg>
      <pc:sldChg chg="addSp modSp mod">
        <pc:chgData name="Dorotea Perkovic" userId="a435b5a062e7dbbf" providerId="LiveId" clId="{31DBD3D0-DFEC-42CE-86F0-44EEF3EB9EC0}" dt="2026-01-19T17:46:06.037" v="2559" actId="20577"/>
        <pc:sldMkLst>
          <pc:docMk/>
          <pc:sldMk cId="3389772446" sldId="260"/>
        </pc:sldMkLst>
        <pc:spChg chg="mod">
          <ac:chgData name="Dorotea Perkovic" userId="a435b5a062e7dbbf" providerId="LiveId" clId="{31DBD3D0-DFEC-42CE-86F0-44EEF3EB9EC0}" dt="2026-01-19T17:46:06.037" v="2559" actId="20577"/>
          <ac:spMkLst>
            <pc:docMk/>
            <pc:sldMk cId="3389772446" sldId="260"/>
            <ac:spMk id="3" creationId="{00000000-0000-0000-0000-000000000000}"/>
          </ac:spMkLst>
        </pc:spChg>
        <pc:spChg chg="add">
          <ac:chgData name="Dorotea Perkovic" userId="a435b5a062e7dbbf" providerId="LiveId" clId="{31DBD3D0-DFEC-42CE-86F0-44EEF3EB9EC0}" dt="2026-01-19T17:44:00.369" v="2358"/>
          <ac:spMkLst>
            <pc:docMk/>
            <pc:sldMk cId="3389772446" sldId="260"/>
            <ac:spMk id="5" creationId="{3770C366-9D59-11A1-6FB4-9B8A8FF68169}"/>
          </ac:spMkLst>
        </pc:spChg>
      </pc:sldChg>
      <pc:sldChg chg="addSp delSp modSp mod setBg">
        <pc:chgData name="Dorotea Perkovic" userId="a435b5a062e7dbbf" providerId="LiveId" clId="{31DBD3D0-DFEC-42CE-86F0-44EEF3EB9EC0}" dt="2026-01-19T17:23:46.434" v="2021" actId="26606"/>
        <pc:sldMkLst>
          <pc:docMk/>
          <pc:sldMk cId="3657354464" sldId="261"/>
        </pc:sldMkLst>
        <pc:spChg chg="mod">
          <ac:chgData name="Dorotea Perkovic" userId="a435b5a062e7dbbf" providerId="LiveId" clId="{31DBD3D0-DFEC-42CE-86F0-44EEF3EB9EC0}" dt="2026-01-19T17:23:46.434" v="2021" actId="26606"/>
          <ac:spMkLst>
            <pc:docMk/>
            <pc:sldMk cId="3657354464" sldId="261"/>
            <ac:spMk id="2" creationId="{00000000-0000-0000-0000-000000000000}"/>
          </ac:spMkLst>
        </pc:spChg>
        <pc:spChg chg="mod">
          <ac:chgData name="Dorotea Perkovic" userId="a435b5a062e7dbbf" providerId="LiveId" clId="{31DBD3D0-DFEC-42CE-86F0-44EEF3EB9EC0}" dt="2026-01-19T17:23:46.434" v="2021" actId="26606"/>
          <ac:spMkLst>
            <pc:docMk/>
            <pc:sldMk cId="3657354464" sldId="261"/>
            <ac:spMk id="3" creationId="{00000000-0000-0000-0000-000000000000}"/>
          </ac:spMkLst>
        </pc:spChg>
        <pc:spChg chg="mod">
          <ac:chgData name="Dorotea Perkovic" userId="a435b5a062e7dbbf" providerId="LiveId" clId="{31DBD3D0-DFEC-42CE-86F0-44EEF3EB9EC0}" dt="2026-01-19T17:23:46.434" v="2021" actId="26606"/>
          <ac:spMkLst>
            <pc:docMk/>
            <pc:sldMk cId="3657354464" sldId="261"/>
            <ac:spMk id="4" creationId="{00000000-0000-0000-0000-000000000000}"/>
          </ac:spMkLst>
        </pc:spChg>
        <pc:spChg chg="add">
          <ac:chgData name="Dorotea Perkovic" userId="a435b5a062e7dbbf" providerId="LiveId" clId="{31DBD3D0-DFEC-42CE-86F0-44EEF3EB9EC0}" dt="2026-01-19T17:17:56.155" v="2018" actId="26606"/>
          <ac:spMkLst>
            <pc:docMk/>
            <pc:sldMk cId="3657354464" sldId="261"/>
            <ac:spMk id="11" creationId="{1BB56EB9-078F-4952-AC1F-149C7A0AE4D5}"/>
          </ac:spMkLst>
        </pc:spChg>
        <pc:spChg chg="add del">
          <ac:chgData name="Dorotea Perkovic" userId="a435b5a062e7dbbf" providerId="LiveId" clId="{31DBD3D0-DFEC-42CE-86F0-44EEF3EB9EC0}" dt="2026-01-19T17:23:46.434" v="2021" actId="26606"/>
          <ac:spMkLst>
            <pc:docMk/>
            <pc:sldMk cId="3657354464" sldId="261"/>
            <ac:spMk id="13" creationId="{10058680-D07C-4893-B2B7-91543F18AB32}"/>
          </ac:spMkLst>
        </pc:spChg>
        <pc:spChg chg="add del">
          <ac:chgData name="Dorotea Perkovic" userId="a435b5a062e7dbbf" providerId="LiveId" clId="{31DBD3D0-DFEC-42CE-86F0-44EEF3EB9EC0}" dt="2026-01-19T17:23:46.434" v="2021" actId="26606"/>
          <ac:spMkLst>
            <pc:docMk/>
            <pc:sldMk cId="3657354464" sldId="261"/>
            <ac:spMk id="15" creationId="{7B42427A-0A1F-4A55-8705-D9179F1E0CFB}"/>
          </ac:spMkLst>
        </pc:spChg>
        <pc:spChg chg="add del">
          <ac:chgData name="Dorotea Perkovic" userId="a435b5a062e7dbbf" providerId="LiveId" clId="{31DBD3D0-DFEC-42CE-86F0-44EEF3EB9EC0}" dt="2026-01-19T17:23:46.434" v="2021" actId="26606"/>
          <ac:spMkLst>
            <pc:docMk/>
            <pc:sldMk cId="3657354464" sldId="261"/>
            <ac:spMk id="17" creationId="{EE54A6FE-D8CB-48A3-900B-053D4EBD3B85}"/>
          </ac:spMkLst>
        </pc:spChg>
        <pc:spChg chg="add">
          <ac:chgData name="Dorotea Perkovic" userId="a435b5a062e7dbbf" providerId="LiveId" clId="{31DBD3D0-DFEC-42CE-86F0-44EEF3EB9EC0}" dt="2026-01-19T17:23:46.434" v="2021" actId="26606"/>
          <ac:spMkLst>
            <pc:docMk/>
            <pc:sldMk cId="3657354464" sldId="261"/>
            <ac:spMk id="24" creationId="{1B26B711-3121-40B0-8377-A64F3DC00C7A}"/>
          </ac:spMkLst>
        </pc:spChg>
        <pc:spChg chg="add">
          <ac:chgData name="Dorotea Perkovic" userId="a435b5a062e7dbbf" providerId="LiveId" clId="{31DBD3D0-DFEC-42CE-86F0-44EEF3EB9EC0}" dt="2026-01-19T17:23:46.434" v="2021" actId="26606"/>
          <ac:spMkLst>
            <pc:docMk/>
            <pc:sldMk cId="3657354464" sldId="261"/>
            <ac:spMk id="26" creationId="{645C4D3D-ABBA-4B4E-93E5-01E343719849}"/>
          </ac:spMkLst>
        </pc:spChg>
        <pc:spChg chg="add">
          <ac:chgData name="Dorotea Perkovic" userId="a435b5a062e7dbbf" providerId="LiveId" clId="{31DBD3D0-DFEC-42CE-86F0-44EEF3EB9EC0}" dt="2026-01-19T17:23:46.434" v="2021" actId="26606"/>
          <ac:spMkLst>
            <pc:docMk/>
            <pc:sldMk cId="3657354464" sldId="261"/>
            <ac:spMk id="28" creationId="{98DDD5E5-0097-4C6C-B266-5732EDA96CC4}"/>
          </ac:spMkLst>
        </pc:spChg>
        <pc:spChg chg="add">
          <ac:chgData name="Dorotea Perkovic" userId="a435b5a062e7dbbf" providerId="LiveId" clId="{31DBD3D0-DFEC-42CE-86F0-44EEF3EB9EC0}" dt="2026-01-19T17:23:46.434" v="2021" actId="26606"/>
          <ac:spMkLst>
            <pc:docMk/>
            <pc:sldMk cId="3657354464" sldId="261"/>
            <ac:spMk id="30" creationId="{8952EF87-C74F-4D3F-9CAD-EEA1733C9BD0}"/>
          </ac:spMkLst>
        </pc:spChg>
        <pc:picChg chg="add del mod ord">
          <ac:chgData name="Dorotea Perkovic" userId="a435b5a062e7dbbf" providerId="LiveId" clId="{31DBD3D0-DFEC-42CE-86F0-44EEF3EB9EC0}" dt="2026-01-19T17:23:36.348" v="2020" actId="478"/>
          <ac:picMkLst>
            <pc:docMk/>
            <pc:sldMk cId="3657354464" sldId="261"/>
            <ac:picMk id="6" creationId="{CC889A92-3C1C-38CE-8B22-1C847BC1A02C}"/>
          </ac:picMkLst>
        </pc:picChg>
      </pc:sldChg>
      <pc:sldChg chg="addSp modSp mod">
        <pc:chgData name="Dorotea Perkovic" userId="a435b5a062e7dbbf" providerId="LiveId" clId="{31DBD3D0-DFEC-42CE-86F0-44EEF3EB9EC0}" dt="2026-01-19T18:05:38.092" v="2844" actId="20577"/>
        <pc:sldMkLst>
          <pc:docMk/>
          <pc:sldMk cId="4285223946" sldId="262"/>
        </pc:sldMkLst>
        <pc:spChg chg="mod">
          <ac:chgData name="Dorotea Perkovic" userId="a435b5a062e7dbbf" providerId="LiveId" clId="{31DBD3D0-DFEC-42CE-86F0-44EEF3EB9EC0}" dt="2026-01-19T17:59:00.946" v="2794" actId="404"/>
          <ac:spMkLst>
            <pc:docMk/>
            <pc:sldMk cId="4285223946" sldId="262"/>
            <ac:spMk id="3" creationId="{00000000-0000-0000-0000-000000000000}"/>
          </ac:spMkLst>
        </pc:spChg>
        <pc:graphicFrameChg chg="add mod">
          <ac:chgData name="Dorotea Perkovic" userId="a435b5a062e7dbbf" providerId="LiveId" clId="{31DBD3D0-DFEC-42CE-86F0-44EEF3EB9EC0}" dt="2026-01-19T18:05:38.092" v="2844" actId="20577"/>
          <ac:graphicFrameMkLst>
            <pc:docMk/>
            <pc:sldMk cId="4285223946" sldId="262"/>
            <ac:graphicFrameMk id="7" creationId="{F9A756B4-E070-B96A-4231-AE7ABA3DF894}"/>
          </ac:graphicFrameMkLst>
        </pc:graphicFrameChg>
      </pc:sldChg>
      <pc:sldChg chg="modSp mod">
        <pc:chgData name="Dorotea Perkovic" userId="a435b5a062e7dbbf" providerId="LiveId" clId="{31DBD3D0-DFEC-42CE-86F0-44EEF3EB9EC0}" dt="2026-01-19T18:31:51.026" v="3665" actId="20577"/>
        <pc:sldMkLst>
          <pc:docMk/>
          <pc:sldMk cId="48259320" sldId="263"/>
        </pc:sldMkLst>
        <pc:spChg chg="mod">
          <ac:chgData name="Dorotea Perkovic" userId="a435b5a062e7dbbf" providerId="LiveId" clId="{31DBD3D0-DFEC-42CE-86F0-44EEF3EB9EC0}" dt="2026-01-19T18:31:51.026" v="3665" actId="20577"/>
          <ac:spMkLst>
            <pc:docMk/>
            <pc:sldMk cId="48259320" sldId="263"/>
            <ac:spMk id="3" creationId="{00000000-0000-0000-0000-000000000000}"/>
          </ac:spMkLst>
        </pc:spChg>
      </pc:sldChg>
      <pc:sldChg chg="del">
        <pc:chgData name="Dorotea Perkovic" userId="a435b5a062e7dbbf" providerId="LiveId" clId="{31DBD3D0-DFEC-42CE-86F0-44EEF3EB9EC0}" dt="2026-01-19T18:32:13.491" v="3666" actId="47"/>
        <pc:sldMkLst>
          <pc:docMk/>
          <pc:sldMk cId="3641737146" sldId="264"/>
        </pc:sldMkLst>
      </pc:sldChg>
      <pc:sldChg chg="modSp mod">
        <pc:chgData name="Dorotea Perkovic" userId="a435b5a062e7dbbf" providerId="LiveId" clId="{31DBD3D0-DFEC-42CE-86F0-44EEF3EB9EC0}" dt="2026-01-19T16:35:30.182" v="69" actId="20577"/>
        <pc:sldMkLst>
          <pc:docMk/>
          <pc:sldMk cId="3657843566" sldId="265"/>
        </pc:sldMkLst>
        <pc:spChg chg="mod">
          <ac:chgData name="Dorotea Perkovic" userId="a435b5a062e7dbbf" providerId="LiveId" clId="{31DBD3D0-DFEC-42CE-86F0-44EEF3EB9EC0}" dt="2026-01-19T16:35:11.185" v="43" actId="20577"/>
          <ac:spMkLst>
            <pc:docMk/>
            <pc:sldMk cId="3657843566" sldId="265"/>
            <ac:spMk id="2" creationId="{00000000-0000-0000-0000-000000000000}"/>
          </ac:spMkLst>
        </pc:spChg>
        <pc:spChg chg="mod">
          <ac:chgData name="Dorotea Perkovic" userId="a435b5a062e7dbbf" providerId="LiveId" clId="{31DBD3D0-DFEC-42CE-86F0-44EEF3EB9EC0}" dt="2026-01-19T16:35:30.182" v="69" actId="20577"/>
          <ac:spMkLst>
            <pc:docMk/>
            <pc:sldMk cId="3657843566" sldId="265"/>
            <ac:spMk id="3" creationId="{2809DD34-BFD2-8305-42BF-AA42E093F93A}"/>
          </ac:spMkLst>
        </pc:spChg>
      </pc:sldChg>
      <pc:sldChg chg="del">
        <pc:chgData name="Dorotea Perkovic" userId="a435b5a062e7dbbf" providerId="LiveId" clId="{31DBD3D0-DFEC-42CE-86F0-44EEF3EB9EC0}" dt="2026-01-19T18:32:22.560" v="3667" actId="47"/>
        <pc:sldMkLst>
          <pc:docMk/>
          <pc:sldMk cId="712565806" sldId="266"/>
        </pc:sldMkLst>
      </pc:sldChg>
      <pc:sldChg chg="modSp mod">
        <pc:chgData name="Dorotea Perkovic" userId="a435b5a062e7dbbf" providerId="LiveId" clId="{31DBD3D0-DFEC-42CE-86F0-44EEF3EB9EC0}" dt="2026-01-19T16:38:43.501" v="419" actId="20577"/>
        <pc:sldMkLst>
          <pc:docMk/>
          <pc:sldMk cId="4035151082" sldId="267"/>
        </pc:sldMkLst>
        <pc:spChg chg="mod">
          <ac:chgData name="Dorotea Perkovic" userId="a435b5a062e7dbbf" providerId="LiveId" clId="{31DBD3D0-DFEC-42CE-86F0-44EEF3EB9EC0}" dt="2026-01-19T16:38:43.501" v="419" actId="20577"/>
          <ac:spMkLst>
            <pc:docMk/>
            <pc:sldMk cId="4035151082" sldId="267"/>
            <ac:spMk id="3" creationId="{AA385B14-6D23-2394-890E-2F2CE0684421}"/>
          </ac:spMkLst>
        </pc:spChg>
      </pc:sldChg>
      <pc:sldChg chg="modSp mod">
        <pc:chgData name="Dorotea Perkovic" userId="a435b5a062e7dbbf" providerId="LiveId" clId="{31DBD3D0-DFEC-42CE-86F0-44EEF3EB9EC0}" dt="2026-01-19T16:49:54.930" v="1022" actId="20577"/>
        <pc:sldMkLst>
          <pc:docMk/>
          <pc:sldMk cId="1839409896" sldId="268"/>
        </pc:sldMkLst>
        <pc:spChg chg="mod">
          <ac:chgData name="Dorotea Perkovic" userId="a435b5a062e7dbbf" providerId="LiveId" clId="{31DBD3D0-DFEC-42CE-86F0-44EEF3EB9EC0}" dt="2026-01-19T16:49:54.930" v="1022" actId="20577"/>
          <ac:spMkLst>
            <pc:docMk/>
            <pc:sldMk cId="1839409896" sldId="268"/>
            <ac:spMk id="3" creationId="{F4FDC0A7-2EBE-B97D-F71C-97BD62047FF6}"/>
          </ac:spMkLst>
        </pc:spChg>
      </pc:sldChg>
      <pc:sldChg chg="addSp delSp modSp mod">
        <pc:chgData name="Dorotea Perkovic" userId="a435b5a062e7dbbf" providerId="LiveId" clId="{31DBD3D0-DFEC-42CE-86F0-44EEF3EB9EC0}" dt="2026-01-20T21:06:10.359" v="4139" actId="1076"/>
        <pc:sldMkLst>
          <pc:docMk/>
          <pc:sldMk cId="4261244465" sldId="269"/>
        </pc:sldMkLst>
        <pc:spChg chg="add mod">
          <ac:chgData name="Dorotea Perkovic" userId="a435b5a062e7dbbf" providerId="LiveId" clId="{31DBD3D0-DFEC-42CE-86F0-44EEF3EB9EC0}" dt="2026-01-20T21:06:10.359" v="4139" actId="1076"/>
          <ac:spMkLst>
            <pc:docMk/>
            <pc:sldMk cId="4261244465" sldId="269"/>
            <ac:spMk id="3" creationId="{6C1A8382-E3FB-02E6-2A62-10C60D0B742A}"/>
          </ac:spMkLst>
        </pc:spChg>
        <pc:spChg chg="del mod">
          <ac:chgData name="Dorotea Perkovic" userId="a435b5a062e7dbbf" providerId="LiveId" clId="{31DBD3D0-DFEC-42CE-86F0-44EEF3EB9EC0}" dt="2026-01-19T17:08:05.388" v="1776" actId="931"/>
          <ac:spMkLst>
            <pc:docMk/>
            <pc:sldMk cId="4261244465" sldId="269"/>
            <ac:spMk id="3" creationId="{C8EE1D33-6016-014F-7976-CC3BF83E4AA5}"/>
          </ac:spMkLst>
        </pc:spChg>
        <pc:picChg chg="add mod">
          <ac:chgData name="Dorotea Perkovic" userId="a435b5a062e7dbbf" providerId="LiveId" clId="{31DBD3D0-DFEC-42CE-86F0-44EEF3EB9EC0}" dt="2026-01-19T17:08:36.022" v="1780" actId="1076"/>
          <ac:picMkLst>
            <pc:docMk/>
            <pc:sldMk cId="4261244465" sldId="269"/>
            <ac:picMk id="6" creationId="{8E4889A7-12B2-3775-CBA9-FB49D226BB9C}"/>
          </ac:picMkLst>
        </pc:picChg>
      </pc:sldChg>
      <pc:sldChg chg="addSp modSp mod">
        <pc:chgData name="Dorotea Perkovic" userId="a435b5a062e7dbbf" providerId="LiveId" clId="{31DBD3D0-DFEC-42CE-86F0-44EEF3EB9EC0}" dt="2026-01-19T18:25:32.450" v="3315" actId="1076"/>
        <pc:sldMkLst>
          <pc:docMk/>
          <pc:sldMk cId="3208602946" sldId="274"/>
        </pc:sldMkLst>
        <pc:spChg chg="mod">
          <ac:chgData name="Dorotea Perkovic" userId="a435b5a062e7dbbf" providerId="LiveId" clId="{31DBD3D0-DFEC-42CE-86F0-44EEF3EB9EC0}" dt="2026-01-19T18:17:51.286" v="3222"/>
          <ac:spMkLst>
            <pc:docMk/>
            <pc:sldMk cId="3208602946" sldId="274"/>
            <ac:spMk id="3" creationId="{095ADC07-223F-0954-0AAD-901A9AD8339F}"/>
          </ac:spMkLst>
        </pc:spChg>
        <pc:picChg chg="add mod modCrop">
          <ac:chgData name="Dorotea Perkovic" userId="a435b5a062e7dbbf" providerId="LiveId" clId="{31DBD3D0-DFEC-42CE-86F0-44EEF3EB9EC0}" dt="2026-01-19T18:25:32.450" v="3315" actId="1076"/>
          <ac:picMkLst>
            <pc:docMk/>
            <pc:sldMk cId="3208602946" sldId="274"/>
            <ac:picMk id="6" creationId="{F1080116-32CD-451C-5858-3B67A81CB6D3}"/>
          </ac:picMkLst>
        </pc:picChg>
        <pc:picChg chg="add mod ord">
          <ac:chgData name="Dorotea Perkovic" userId="a435b5a062e7dbbf" providerId="LiveId" clId="{31DBD3D0-DFEC-42CE-86F0-44EEF3EB9EC0}" dt="2026-01-19T18:25:27.515" v="3313" actId="170"/>
          <ac:picMkLst>
            <pc:docMk/>
            <pc:sldMk cId="3208602946" sldId="274"/>
            <ac:picMk id="8" creationId="{5FF1C7D4-E065-EE7E-7ED9-CE9DC8B2EF2B}"/>
          </ac:picMkLst>
        </pc:picChg>
        <pc:picChg chg="add mod ord modCrop">
          <ac:chgData name="Dorotea Perkovic" userId="a435b5a062e7dbbf" providerId="LiveId" clId="{31DBD3D0-DFEC-42CE-86F0-44EEF3EB9EC0}" dt="2026-01-19T18:25:15.282" v="3309" actId="1076"/>
          <ac:picMkLst>
            <pc:docMk/>
            <pc:sldMk cId="3208602946" sldId="274"/>
            <ac:picMk id="10" creationId="{F1D58103-DAF6-B09B-E41D-AD89133FB8A6}"/>
          </ac:picMkLst>
        </pc:picChg>
        <pc:picChg chg="add mod ord modCrop">
          <ac:chgData name="Dorotea Perkovic" userId="a435b5a062e7dbbf" providerId="LiveId" clId="{31DBD3D0-DFEC-42CE-86F0-44EEF3EB9EC0}" dt="2026-01-19T18:25:18.500" v="3310" actId="14100"/>
          <ac:picMkLst>
            <pc:docMk/>
            <pc:sldMk cId="3208602946" sldId="274"/>
            <ac:picMk id="12" creationId="{56B96E24-1E84-8515-0FC6-4A384FB87337}"/>
          </ac:picMkLst>
        </pc:picChg>
        <pc:picChg chg="add mod modCrop">
          <ac:chgData name="Dorotea Perkovic" userId="a435b5a062e7dbbf" providerId="LiveId" clId="{31DBD3D0-DFEC-42CE-86F0-44EEF3EB9EC0}" dt="2026-01-19T18:23:53.360" v="3287" actId="14100"/>
          <ac:picMkLst>
            <pc:docMk/>
            <pc:sldMk cId="3208602946" sldId="274"/>
            <ac:picMk id="14" creationId="{DAEAADFF-4666-A556-4948-BAC30223FD23}"/>
          </ac:picMkLst>
        </pc:picChg>
      </pc:sldChg>
      <pc:sldChg chg="modSp mod">
        <pc:chgData name="Dorotea Perkovic" userId="a435b5a062e7dbbf" providerId="LiveId" clId="{31DBD3D0-DFEC-42CE-86F0-44EEF3EB9EC0}" dt="2026-01-19T17:28:40.523" v="2357" actId="20577"/>
        <pc:sldMkLst>
          <pc:docMk/>
          <pc:sldMk cId="3321737263" sldId="275"/>
        </pc:sldMkLst>
        <pc:spChg chg="mod">
          <ac:chgData name="Dorotea Perkovic" userId="a435b5a062e7dbbf" providerId="LiveId" clId="{31DBD3D0-DFEC-42CE-86F0-44EEF3EB9EC0}" dt="2026-01-19T17:28:40.523" v="2357" actId="20577"/>
          <ac:spMkLst>
            <pc:docMk/>
            <pc:sldMk cId="3321737263" sldId="275"/>
            <ac:spMk id="3" creationId="{93003D6B-82AC-E000-ED08-E246EC190B58}"/>
          </ac:spMkLst>
        </pc:spChg>
      </pc:sldChg>
      <pc:sldChg chg="modSp add mod">
        <pc:chgData name="Dorotea Perkovic" userId="a435b5a062e7dbbf" providerId="LiveId" clId="{31DBD3D0-DFEC-42CE-86F0-44EEF3EB9EC0}" dt="2026-01-19T17:05:47.340" v="1774" actId="20577"/>
        <pc:sldMkLst>
          <pc:docMk/>
          <pc:sldMk cId="2080998534" sldId="276"/>
        </pc:sldMkLst>
        <pc:spChg chg="mod">
          <ac:chgData name="Dorotea Perkovic" userId="a435b5a062e7dbbf" providerId="LiveId" clId="{31DBD3D0-DFEC-42CE-86F0-44EEF3EB9EC0}" dt="2026-01-19T17:05:47.340" v="1774" actId="20577"/>
          <ac:spMkLst>
            <pc:docMk/>
            <pc:sldMk cId="2080998534" sldId="276"/>
            <ac:spMk id="3" creationId="{F8E1C108-E488-ECAD-29F4-355ECFEF078F}"/>
          </ac:spMkLst>
        </pc:spChg>
      </pc:sldChg>
      <pc:sldChg chg="add del">
        <pc:chgData name="Dorotea Perkovic" userId="a435b5a062e7dbbf" providerId="LiveId" clId="{31DBD3D0-DFEC-42CE-86F0-44EEF3EB9EC0}" dt="2026-01-19T17:24:36.257" v="2028" actId="47"/>
        <pc:sldMkLst>
          <pc:docMk/>
          <pc:sldMk cId="3411619701" sldId="277"/>
        </pc:sldMkLst>
      </pc:sldChg>
      <pc:sldChg chg="addSp delSp modSp add mod setBg delDesignElem">
        <pc:chgData name="Dorotea Perkovic" userId="a435b5a062e7dbbf" providerId="LiveId" clId="{31DBD3D0-DFEC-42CE-86F0-44EEF3EB9EC0}" dt="2026-01-20T21:05:19.517" v="4134" actId="1076"/>
        <pc:sldMkLst>
          <pc:docMk/>
          <pc:sldMk cId="802948792" sldId="278"/>
        </pc:sldMkLst>
        <pc:spChg chg="del">
          <ac:chgData name="Dorotea Perkovic" userId="a435b5a062e7dbbf" providerId="LiveId" clId="{31DBD3D0-DFEC-42CE-86F0-44EEF3EB9EC0}" dt="2026-01-19T17:23:58.951" v="2024" actId="478"/>
          <ac:spMkLst>
            <pc:docMk/>
            <pc:sldMk cId="802948792" sldId="278"/>
            <ac:spMk id="3" creationId="{B795776E-897F-11ED-88A7-48964CBB4377}"/>
          </ac:spMkLst>
        </pc:spChg>
        <pc:spChg chg="add mod">
          <ac:chgData name="Dorotea Perkovic" userId="a435b5a062e7dbbf" providerId="LiveId" clId="{31DBD3D0-DFEC-42CE-86F0-44EEF3EB9EC0}" dt="2026-01-20T21:04:45.440" v="4128" actId="1076"/>
          <ac:spMkLst>
            <pc:docMk/>
            <pc:sldMk cId="802948792" sldId="278"/>
            <ac:spMk id="3" creationId="{D3D27683-CBA3-017B-48C5-BE6E3ED36013}"/>
          </ac:spMkLst>
        </pc:spChg>
        <pc:spChg chg="add mod">
          <ac:chgData name="Dorotea Perkovic" userId="a435b5a062e7dbbf" providerId="LiveId" clId="{31DBD3D0-DFEC-42CE-86F0-44EEF3EB9EC0}" dt="2026-01-20T21:05:19.517" v="4134" actId="1076"/>
          <ac:spMkLst>
            <pc:docMk/>
            <pc:sldMk cId="802948792" sldId="278"/>
            <ac:spMk id="5" creationId="{468F7EC0-A33F-C1BF-9A29-AF77D8981F7F}"/>
          </ac:spMkLst>
        </pc:spChg>
        <pc:spChg chg="add del mod">
          <ac:chgData name="Dorotea Perkovic" userId="a435b5a062e7dbbf" providerId="LiveId" clId="{31DBD3D0-DFEC-42CE-86F0-44EEF3EB9EC0}" dt="2026-01-19T17:24:09.040" v="2025" actId="931"/>
          <ac:spMkLst>
            <pc:docMk/>
            <pc:sldMk cId="802948792" sldId="278"/>
            <ac:spMk id="6" creationId="{54D7118C-F7F7-1374-58B8-30FB61A7F74A}"/>
          </ac:spMkLst>
        </pc:spChg>
        <pc:spChg chg="del">
          <ac:chgData name="Dorotea Perkovic" userId="a435b5a062e7dbbf" providerId="LiveId" clId="{31DBD3D0-DFEC-42CE-86F0-44EEF3EB9EC0}" dt="2026-01-19T17:23:51.855" v="2023"/>
          <ac:spMkLst>
            <pc:docMk/>
            <pc:sldMk cId="802948792" sldId="278"/>
            <ac:spMk id="22" creationId="{38F861C9-FA08-A2E7-7E69-69E1347B13C7}"/>
          </ac:spMkLst>
        </pc:spChg>
        <pc:spChg chg="del">
          <ac:chgData name="Dorotea Perkovic" userId="a435b5a062e7dbbf" providerId="LiveId" clId="{31DBD3D0-DFEC-42CE-86F0-44EEF3EB9EC0}" dt="2026-01-19T17:23:51.855" v="2023"/>
          <ac:spMkLst>
            <pc:docMk/>
            <pc:sldMk cId="802948792" sldId="278"/>
            <ac:spMk id="24" creationId="{1DEEFF2D-6D72-8E8B-5B94-859AFE2AD5F5}"/>
          </ac:spMkLst>
        </pc:spChg>
        <pc:spChg chg="del">
          <ac:chgData name="Dorotea Perkovic" userId="a435b5a062e7dbbf" providerId="LiveId" clId="{31DBD3D0-DFEC-42CE-86F0-44EEF3EB9EC0}" dt="2026-01-19T17:23:51.855" v="2023"/>
          <ac:spMkLst>
            <pc:docMk/>
            <pc:sldMk cId="802948792" sldId="278"/>
            <ac:spMk id="26" creationId="{AFFD6964-92FF-903A-B186-89D60E99413C}"/>
          </ac:spMkLst>
        </pc:spChg>
        <pc:spChg chg="del">
          <ac:chgData name="Dorotea Perkovic" userId="a435b5a062e7dbbf" providerId="LiveId" clId="{31DBD3D0-DFEC-42CE-86F0-44EEF3EB9EC0}" dt="2026-01-19T17:23:51.855" v="2023"/>
          <ac:spMkLst>
            <pc:docMk/>
            <pc:sldMk cId="802948792" sldId="278"/>
            <ac:spMk id="28" creationId="{9DD5F078-A9B2-FFAA-71B3-DE094CE97A28}"/>
          </ac:spMkLst>
        </pc:spChg>
        <pc:spChg chg="del">
          <ac:chgData name="Dorotea Perkovic" userId="a435b5a062e7dbbf" providerId="LiveId" clId="{31DBD3D0-DFEC-42CE-86F0-44EEF3EB9EC0}" dt="2026-01-19T17:23:51.855" v="2023"/>
          <ac:spMkLst>
            <pc:docMk/>
            <pc:sldMk cId="802948792" sldId="278"/>
            <ac:spMk id="30" creationId="{A6A80CF0-E4F7-8FEF-972C-6B958F959416}"/>
          </ac:spMkLst>
        </pc:spChg>
        <pc:picChg chg="add mod">
          <ac:chgData name="Dorotea Perkovic" userId="a435b5a062e7dbbf" providerId="LiveId" clId="{31DBD3D0-DFEC-42CE-86F0-44EEF3EB9EC0}" dt="2026-01-19T17:24:10.563" v="2027" actId="962"/>
          <ac:picMkLst>
            <pc:docMk/>
            <pc:sldMk cId="802948792" sldId="278"/>
            <ac:picMk id="8" creationId="{6CC44B28-2C16-BD2E-4384-11855DEFE34B}"/>
          </ac:picMkLst>
        </pc:picChg>
      </pc:sldChg>
      <pc:sldChg chg="addSp delSp modSp add mod">
        <pc:chgData name="Dorotea Perkovic" userId="a435b5a062e7dbbf" providerId="LiveId" clId="{31DBD3D0-DFEC-42CE-86F0-44EEF3EB9EC0}" dt="2026-01-20T21:02:23.933" v="4101" actId="20577"/>
        <pc:sldMkLst>
          <pc:docMk/>
          <pc:sldMk cId="1484453614" sldId="279"/>
        </pc:sldMkLst>
        <pc:spChg chg="mod">
          <ac:chgData name="Dorotea Perkovic" userId="a435b5a062e7dbbf" providerId="LiveId" clId="{31DBD3D0-DFEC-42CE-86F0-44EEF3EB9EC0}" dt="2026-01-20T20:51:56.143" v="3879" actId="20577"/>
          <ac:spMkLst>
            <pc:docMk/>
            <pc:sldMk cId="1484453614" sldId="279"/>
            <ac:spMk id="2" creationId="{4F59DA96-FDD6-811D-E5E9-5F41D16ED3D6}"/>
          </ac:spMkLst>
        </pc:spChg>
        <pc:spChg chg="del mod">
          <ac:chgData name="Dorotea Perkovic" userId="a435b5a062e7dbbf" providerId="LiveId" clId="{31DBD3D0-DFEC-42CE-86F0-44EEF3EB9EC0}" dt="2026-01-19T18:10:09.698" v="2847" actId="3680"/>
          <ac:spMkLst>
            <pc:docMk/>
            <pc:sldMk cId="1484453614" sldId="279"/>
            <ac:spMk id="3" creationId="{DE9ACACB-7BBF-FBC4-1C53-E1AB523C41DA}"/>
          </ac:spMkLst>
        </pc:spChg>
        <pc:graphicFrameChg chg="add mod ord modGraphic">
          <ac:chgData name="Dorotea Perkovic" userId="a435b5a062e7dbbf" providerId="LiveId" clId="{31DBD3D0-DFEC-42CE-86F0-44EEF3EB9EC0}" dt="2026-01-20T21:02:23.933" v="4101" actId="20577"/>
          <ac:graphicFrameMkLst>
            <pc:docMk/>
            <pc:sldMk cId="1484453614" sldId="279"/>
            <ac:graphicFrameMk id="5" creationId="{A16D9240-88F6-C71A-D850-ACF7BDEA5F48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r-HR" dirty="0"/>
              <a:t>Vremenski okvir razvoja u tjednima</a:t>
            </a:r>
            <a:endParaRPr lang="en-GB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1. ciklus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Specifikacija</c:v>
                </c:pt>
                <c:pt idx="1">
                  <c:v>Implementacija</c:v>
                </c:pt>
                <c:pt idx="2">
                  <c:v>Testiranje</c:v>
                </c:pt>
                <c:pt idx="3">
                  <c:v>Dokumentacija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2.75</c:v>
                </c:pt>
                <c:pt idx="1">
                  <c:v>2</c:v>
                </c:pt>
                <c:pt idx="2">
                  <c:v>0.8</c:v>
                </c:pt>
                <c:pt idx="3">
                  <c:v>3.78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33-4ADE-B60B-E91F57B4D9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2.ciklus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Specifikacija</c:v>
                </c:pt>
                <c:pt idx="1">
                  <c:v>Implementacija</c:v>
                </c:pt>
                <c:pt idx="2">
                  <c:v>Testiranje</c:v>
                </c:pt>
                <c:pt idx="3">
                  <c:v>Dokumentacija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4.76</c:v>
                </c:pt>
                <c:pt idx="2">
                  <c:v>1.8420000000000001</c:v>
                </c:pt>
                <c:pt idx="3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33-4ADE-B60B-E91F57B4D9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86695823"/>
        <c:axId val="686698703"/>
      </c:barChart>
      <c:catAx>
        <c:axId val="686695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6698703"/>
        <c:crosses val="autoZero"/>
        <c:auto val="1"/>
        <c:lblAlgn val="ctr"/>
        <c:lblOffset val="100"/>
        <c:noMultiLvlLbl val="0"/>
      </c:catAx>
      <c:valAx>
        <c:axId val="686698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6695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20.1.2026.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20.1.2026.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dirty="0"/>
              <a:t>StanPlan</a:t>
            </a:r>
            <a:endParaRPr lang="hr-HR" sz="40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hr-HR" sz="1400" dirty="0"/>
              <a:t>09</a:t>
            </a:r>
            <a:r>
              <a:rPr lang="hr-HR" sz="1400" noProof="0" dirty="0"/>
              <a:t>.</a:t>
            </a:r>
            <a:r>
              <a:rPr lang="hr-HR" sz="1400" dirty="0"/>
              <a:t>4</a:t>
            </a:r>
            <a:r>
              <a:rPr lang="hr-HR" sz="1400" noProof="0" dirty="0"/>
              <a:t> Nexify</a:t>
            </a:r>
          </a:p>
          <a:p>
            <a:r>
              <a:rPr lang="hr-HR" noProof="0" dirty="0"/>
              <a:t>Ak. god. 2025./2026.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Članovi tima</a:t>
            </a:r>
            <a:endParaRPr lang="hr-HR" noProof="0" dirty="0"/>
          </a:p>
          <a:p>
            <a:r>
              <a:rPr lang="hr-HR" dirty="0"/>
              <a:t>O projektu</a:t>
            </a:r>
            <a:endParaRPr lang="hr-HR" noProof="0" dirty="0"/>
          </a:p>
          <a:p>
            <a:r>
              <a:rPr lang="hr-HR" dirty="0"/>
              <a:t>Pregled zahtjeva</a:t>
            </a:r>
            <a:endParaRPr lang="hr-HR" noProof="0" dirty="0"/>
          </a:p>
          <a:p>
            <a:r>
              <a:rPr lang="hr-HR" noProof="0" dirty="0"/>
              <a:t>Arhitektura sustava</a:t>
            </a:r>
          </a:p>
          <a:p>
            <a:r>
              <a:rPr lang="hr-HR" dirty="0"/>
              <a:t>Ispitivanje </a:t>
            </a:r>
          </a:p>
          <a:p>
            <a:r>
              <a:rPr lang="hr-HR" noProof="0" dirty="0"/>
              <a:t>Korišteni alati i tehnologije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dirty="0"/>
              <a:t>Demonstracija aplikacije</a:t>
            </a:r>
            <a:endParaRPr lang="hr-HR" noProof="0" dirty="0"/>
          </a:p>
          <a:p>
            <a:r>
              <a:rPr lang="hr-HR" noProof="0" dirty="0"/>
              <a:t>Iskustva i zaključak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Tea Poplašen – Baza podataka, deployment, dokumentacija, ispitivanje sustava</a:t>
            </a:r>
          </a:p>
          <a:p>
            <a:r>
              <a:rPr lang="hr-HR" noProof="0" dirty="0"/>
              <a:t>Jakov Jauk – backend, dokumentacija</a:t>
            </a:r>
          </a:p>
          <a:p>
            <a:r>
              <a:rPr lang="hr-HR" dirty="0"/>
              <a:t>Ivano Markić – backend, dokumentacija</a:t>
            </a:r>
          </a:p>
          <a:p>
            <a:r>
              <a:rPr lang="hr-HR" noProof="0" dirty="0"/>
              <a:t>Luka Matešković </a:t>
            </a:r>
            <a:r>
              <a:rPr lang="hr-HR" dirty="0"/>
              <a:t>– backend, dokumentacija</a:t>
            </a:r>
          </a:p>
          <a:p>
            <a:r>
              <a:rPr lang="hr-HR" noProof="0" dirty="0"/>
              <a:t>Borna Matković – frontend, dokumentacija</a:t>
            </a:r>
          </a:p>
          <a:p>
            <a:r>
              <a:rPr lang="hr-HR" dirty="0"/>
              <a:t>Dorotea Perković – voditelj, frontend, dokumentacija, ispitivanje sustava</a:t>
            </a:r>
            <a:endParaRPr lang="hr-HR" noProof="0" dirty="0"/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721408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hr-HR" altLang="sr-Latn-RS" b="1" dirty="0"/>
              <a:t>Što aplikacija rješava?</a:t>
            </a:r>
          </a:p>
          <a:p>
            <a:pPr lvl="0"/>
            <a:r>
              <a:rPr lang="hr-HR" altLang="sr-Latn-RS" dirty="0"/>
              <a:t>Centralizacija komunikacije suvlasnika zgrade</a:t>
            </a:r>
          </a:p>
          <a:p>
            <a:pPr lvl="0"/>
            <a:r>
              <a:rPr lang="hr-HR" altLang="sr-Latn-RS" dirty="0"/>
              <a:t>Omogućuje strukturirano vođenje sastanaka i dnevnog reda</a:t>
            </a:r>
          </a:p>
          <a:p>
            <a:pPr marL="0" lvl="0" indent="0">
              <a:buNone/>
            </a:pPr>
            <a:r>
              <a:rPr lang="hr-HR" altLang="sr-Latn-RS" b="1" dirty="0"/>
              <a:t>Cilj aplikacije</a:t>
            </a:r>
          </a:p>
          <a:p>
            <a:pPr lvl="0"/>
            <a:r>
              <a:rPr lang="hr-HR" altLang="sr-Latn-RS" dirty="0"/>
              <a:t>Digitalna podrška radu predstavnika suvlasnika</a:t>
            </a:r>
          </a:p>
          <a:p>
            <a:pPr lvl="0"/>
            <a:r>
              <a:rPr lang="hr-HR" altLang="sr-Latn-RS" dirty="0"/>
              <a:t>Jasna organizacija sastanaka</a:t>
            </a:r>
          </a:p>
          <a:p>
            <a:pPr lvl="0"/>
            <a:r>
              <a:rPr lang="hr-HR" altLang="sr-Latn-RS" dirty="0"/>
              <a:t>Usklađenost sa StanBlog aplikacijom</a:t>
            </a:r>
          </a:p>
          <a:p>
            <a:pPr marL="0" lvl="0" indent="0">
              <a:buNone/>
            </a:pPr>
            <a:r>
              <a:rPr lang="hr-HR" altLang="sr-Latn-RS" b="1" dirty="0"/>
              <a:t>Slična rješenja</a:t>
            </a:r>
          </a:p>
          <a:p>
            <a:pPr lvl="0"/>
            <a:r>
              <a:rPr lang="hr-HR" altLang="sr-Latn-RS" dirty="0"/>
              <a:t>mSuvlasnik, Flatie i BoardSpace</a:t>
            </a:r>
          </a:p>
          <a:p>
            <a:pPr marL="0" lvl="0" indent="0">
              <a:buNone/>
            </a:pPr>
            <a:r>
              <a:rPr lang="hr-HR" altLang="sr-Latn-RS" b="1" dirty="0"/>
              <a:t>Prednosti</a:t>
            </a:r>
          </a:p>
          <a:p>
            <a:pPr lvl="0"/>
            <a:r>
              <a:rPr lang="hr-HR" altLang="sr-Latn-RS" dirty="0"/>
              <a:t>Povećana organiziranost, bolja komunikacija, jednostavnije praćenje itd.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44000" lvl="1" indent="0">
              <a:buNone/>
            </a:pPr>
            <a:r>
              <a:rPr lang="hr-HR" b="1" noProof="0" dirty="0"/>
              <a:t>FUNKCOINALNI ZAHTJEVI</a:t>
            </a:r>
          </a:p>
          <a:p>
            <a:pPr lvl="1"/>
            <a:r>
              <a:rPr lang="hr-HR" noProof="0" dirty="0"/>
              <a:t>Prijava korisnika prema ulozi</a:t>
            </a:r>
          </a:p>
          <a:p>
            <a:pPr lvl="1"/>
            <a:r>
              <a:rPr lang="hr-HR" dirty="0"/>
              <a:t>Kreiranje, uređivanje, objava i arhiviranje sastanaka</a:t>
            </a:r>
          </a:p>
          <a:p>
            <a:pPr lvl="1"/>
            <a:r>
              <a:rPr lang="hr-HR" noProof="0" dirty="0"/>
              <a:t>Upravljanje točkama dnevo</a:t>
            </a:r>
            <a:r>
              <a:rPr lang="hr-HR" dirty="0"/>
              <a:t>g reda</a:t>
            </a:r>
          </a:p>
          <a:p>
            <a:pPr lvl="1"/>
            <a:r>
              <a:rPr lang="hr-HR" noProof="0" dirty="0"/>
              <a:t>Pregled i potvrda sudjelovanja suvlasnika</a:t>
            </a:r>
          </a:p>
          <a:p>
            <a:pPr lvl="1"/>
            <a:r>
              <a:rPr lang="hr-HR" dirty="0"/>
              <a:t>Slanje obavijesti o promjenama statusa sastanaka</a:t>
            </a:r>
          </a:p>
          <a:p>
            <a:pPr lvl="1"/>
            <a:r>
              <a:rPr lang="hr-HR" noProof="0" dirty="0"/>
              <a:t>Integracija diskusija iz aplikacije StanBlog</a:t>
            </a:r>
          </a:p>
          <a:p>
            <a:pPr lvl="1"/>
            <a:r>
              <a:rPr lang="hr-HR" dirty="0"/>
              <a:t>Upravljanje korisničkim računom i lozinkom</a:t>
            </a:r>
            <a:endParaRPr lang="hr-HR" noProof="0" dirty="0"/>
          </a:p>
          <a:p>
            <a:pPr lvl="1"/>
            <a:endParaRPr lang="hr-HR" b="1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645EB-3DF5-C3CE-E647-15E9EE8F3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9B2FD-3B7C-C2D6-DA29-58B3FBBC6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1C108-E488-ECAD-29F4-355ECFEF0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b="1" noProof="0" dirty="0"/>
              <a:t>Nefunkcionalni i zahtjevi domene primjene</a:t>
            </a:r>
          </a:p>
          <a:p>
            <a:r>
              <a:rPr lang="hr-HR" noProof="0" dirty="0"/>
              <a:t>Autentikacija korisnika putem korisničkog imena/lozinke i vanjskih servisa (OAuth 2.0)</a:t>
            </a:r>
          </a:p>
          <a:p>
            <a:r>
              <a:rPr lang="hr-HR" dirty="0"/>
              <a:t>Sigurna pohrana lozinki (hashiranje)</a:t>
            </a:r>
          </a:p>
          <a:p>
            <a:r>
              <a:rPr lang="hr-HR" noProof="0" dirty="0"/>
              <a:t>Intuitivno i jednostavno sučelje</a:t>
            </a:r>
          </a:p>
          <a:p>
            <a:r>
              <a:rPr lang="hr-HR" dirty="0"/>
              <a:t>Sastanak mora imati najmanje jednu točku dnevnog reda</a:t>
            </a:r>
          </a:p>
          <a:p>
            <a:r>
              <a:rPr lang="hr-HR" noProof="0" dirty="0"/>
              <a:t>Arhivirani sastanci su neizmjenjivi</a:t>
            </a:r>
          </a:p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2D402-51BD-3C63-6CF8-51EDBB553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080998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pic>
        <p:nvPicPr>
          <p:cNvPr id="6" name="Content Placeholder 5" descr="A diagram of a person's work flow&#10;&#10;AI-generated content may be incorrect.">
            <a:extLst>
              <a:ext uri="{FF2B5EF4-FFF2-40B4-BE49-F238E27FC236}">
                <a16:creationId xmlns:a16="http://schemas.microsoft.com/office/drawing/2014/main" id="{8E4889A7-12B2-3775-CBA9-FB49D226B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753" y="1100363"/>
            <a:ext cx="6406494" cy="540067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A8382-E3FB-02E6-2A62-10C60D0B742A}"/>
              </a:ext>
            </a:extLst>
          </p:cNvPr>
          <p:cNvSpPr txBox="1"/>
          <p:nvPr/>
        </p:nvSpPr>
        <p:spPr>
          <a:xfrm>
            <a:off x="206527" y="6491149"/>
            <a:ext cx="83427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https://github.com/DoroteaPerkovic/Programsko-inzenjerstvo-Projekt/wiki/3.-Specifikacija-zahtjeva-sustava</a:t>
            </a:r>
          </a:p>
        </p:txBody>
      </p:sp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597643"/>
            <a:ext cx="277749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361" y="1037967"/>
            <a:ext cx="2290568" cy="4709131"/>
          </a:xfrm>
        </p:spPr>
        <p:txBody>
          <a:bodyPr anchor="ctr">
            <a:normAutofit/>
          </a:bodyPr>
          <a:lstStyle/>
          <a:p>
            <a:r>
              <a:rPr lang="hr-HR" sz="2600" noProof="0">
                <a:solidFill>
                  <a:srgbClr val="FFFEFF"/>
                </a:solidFill>
              </a:rPr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1201" y="1037968"/>
            <a:ext cx="5044424" cy="4820832"/>
          </a:xfrm>
        </p:spPr>
        <p:txBody>
          <a:bodyPr>
            <a:normAutofit/>
          </a:bodyPr>
          <a:lstStyle/>
          <a:p>
            <a:r>
              <a:rPr lang="hr-HR" noProof="0" dirty="0"/>
              <a:t>Višeslojna klijent-poslužitelj arhitektura temeljena na MVC obrascu</a:t>
            </a:r>
            <a:endParaRPr lang="hr-HR" noProof="0"/>
          </a:p>
          <a:p>
            <a:r>
              <a:rPr lang="hr-HR" i="1" dirty="0"/>
              <a:t>MODEL – poslovna logika i podaci</a:t>
            </a:r>
            <a:endParaRPr lang="hr-HR" i="1"/>
          </a:p>
          <a:p>
            <a:r>
              <a:rPr lang="hr-HR" i="1" noProof="0" dirty="0"/>
              <a:t>VIEW – korisničko sučelje</a:t>
            </a:r>
            <a:endParaRPr lang="hr-HR" i="1" noProof="0"/>
          </a:p>
          <a:p>
            <a:r>
              <a:rPr lang="hr-HR" i="1" dirty="0"/>
              <a:t>CONTROLLER – obrada zahtjeva i upravljanje tokom</a:t>
            </a:r>
            <a:endParaRPr lang="hr-HR" i="1"/>
          </a:p>
          <a:p>
            <a:r>
              <a:rPr lang="hr-HR" i="1" noProof="0" dirty="0"/>
              <a:t>Klijent komunicira s poslužiteljem putem REST API-ja</a:t>
            </a:r>
            <a:endParaRPr lang="hr-HR" i="1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hr-HR" smtClean="0"/>
              <a:pPr>
                <a:spcAft>
                  <a:spcPts val="600"/>
                </a:spcAft>
              </a:pPr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AAC30-EDD4-BA7A-DDF4-1D9DB620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B17BB-CB7F-0F04-97D2-680174511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361" y="1037967"/>
            <a:ext cx="2290568" cy="4709131"/>
          </a:xfrm>
        </p:spPr>
        <p:txBody>
          <a:bodyPr anchor="ctr">
            <a:normAutofit/>
          </a:bodyPr>
          <a:lstStyle/>
          <a:p>
            <a:r>
              <a:rPr lang="hr-HR" sz="2600" noProof="0">
                <a:solidFill>
                  <a:srgbClr val="FFFEFF"/>
                </a:solidFill>
              </a:rPr>
              <a:t>Arhitektura sustava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775EE-3488-F225-E2EC-E89E5D92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hr-HR" smtClean="0"/>
              <a:pPr>
                <a:spcAft>
                  <a:spcPts val="600"/>
                </a:spcAft>
              </a:pPr>
              <a:t>9</a:t>
            </a:fld>
            <a:endParaRPr lang="hr-HR"/>
          </a:p>
        </p:txBody>
      </p:sp>
      <p:pic>
        <p:nvPicPr>
          <p:cNvPr id="8" name="Content Placeholder 7" descr="A diagram of a computer&#10;&#10;AI-generated content may be incorrect.">
            <a:extLst>
              <a:ext uri="{FF2B5EF4-FFF2-40B4-BE49-F238E27FC236}">
                <a16:creationId xmlns:a16="http://schemas.microsoft.com/office/drawing/2014/main" id="{6CC44B28-2C16-BD2E-4384-11855DEFE3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659" y="971550"/>
            <a:ext cx="2830683" cy="540067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D27683-CBA3-017B-48C5-BE6E3ED36013}"/>
              </a:ext>
            </a:extLst>
          </p:cNvPr>
          <p:cNvSpPr txBox="1"/>
          <p:nvPr/>
        </p:nvSpPr>
        <p:spPr>
          <a:xfrm>
            <a:off x="2854402" y="331694"/>
            <a:ext cx="3435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800" b="1" dirty="0"/>
              <a:t>DIJAGRAM RAZREDA</a:t>
            </a:r>
            <a:endParaRPr lang="en-GB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F7EC0-A33F-C1BF-9A29-AF77D8981F7F}"/>
              </a:ext>
            </a:extLst>
          </p:cNvPr>
          <p:cNvSpPr txBox="1"/>
          <p:nvPr/>
        </p:nvSpPr>
        <p:spPr>
          <a:xfrm>
            <a:off x="578361" y="6512040"/>
            <a:ext cx="70283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https://github.com/DoroteaPerkovic/Programsko-inzenjerstvo-Projekt/wiki/4.-Arhitektura-i-dizajn-sustava</a:t>
            </a:r>
          </a:p>
        </p:txBody>
      </p:sp>
    </p:spTree>
    <p:extLst>
      <p:ext uri="{BB962C8B-B14F-4D97-AF65-F5344CB8AC3E}">
        <p14:creationId xmlns:p14="http://schemas.microsoft.com/office/powerpoint/2010/main" val="802948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Provedeno kombinacijom Django unit i Selenium testova</a:t>
            </a:r>
          </a:p>
          <a:p>
            <a:r>
              <a:rPr lang="hr-HR" dirty="0"/>
              <a:t>Testovi su podijeljeni na ispitivanje komponenti i ispitivanje sustava</a:t>
            </a:r>
          </a:p>
          <a:p>
            <a:pPr marL="0" indent="0">
              <a:buNone/>
            </a:pPr>
            <a:r>
              <a:rPr lang="hr-HR" b="1" noProof="0" dirty="0"/>
              <a:t>FOKUS ISPITIVANJA</a:t>
            </a:r>
          </a:p>
          <a:p>
            <a:r>
              <a:rPr lang="hr-HR" dirty="0"/>
              <a:t>Provjera logike unosa korisnika, statusa sastanaka, validacije podataka</a:t>
            </a:r>
          </a:p>
          <a:p>
            <a:r>
              <a:rPr lang="hr-HR" noProof="0" dirty="0"/>
              <a:t>Autentikacija i autorizacija korisnika</a:t>
            </a:r>
          </a:p>
          <a:p>
            <a:r>
              <a:rPr lang="hr-HR" dirty="0"/>
              <a:t>Ispravno ponašanje korisničkog  sučelja</a:t>
            </a: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Frontend: JavaScripta i React</a:t>
            </a:r>
          </a:p>
          <a:p>
            <a:r>
              <a:rPr lang="hr-HR" noProof="0" dirty="0"/>
              <a:t>Backend: Python i Django</a:t>
            </a:r>
          </a:p>
          <a:p>
            <a:r>
              <a:rPr lang="hr-HR" dirty="0"/>
              <a:t>Baza podataka: PostgreSQL i Supabase</a:t>
            </a:r>
          </a:p>
          <a:p>
            <a:r>
              <a:rPr lang="hr-HR" noProof="0" dirty="0"/>
              <a:t>Razvojni alat: Visual Studio Code</a:t>
            </a:r>
          </a:p>
          <a:p>
            <a:r>
              <a:rPr lang="hr-HR" dirty="0"/>
              <a:t>Testiranje: Django Test Framework i Selenium</a:t>
            </a:r>
          </a:p>
          <a:p>
            <a:r>
              <a:rPr lang="hr-HR" noProof="0" dirty="0"/>
              <a:t>Deployment: Render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hr-HR" b="1" dirty="0"/>
              <a:t>MODEL ŽIVOTNOG CIKLUSA</a:t>
            </a:r>
          </a:p>
          <a:p>
            <a:pPr marL="914400" lvl="1" indent="-457200"/>
            <a:r>
              <a:rPr lang="hr-HR" dirty="0"/>
              <a:t>Kombinacija vodopadnog modela i iterativnog pristupa</a:t>
            </a:r>
          </a:p>
          <a:p>
            <a:pPr marL="914400" lvl="1" indent="-457200"/>
            <a:r>
              <a:rPr lang="hr-HR" dirty="0"/>
              <a:t>Omogućava timsku koordinaciju, paralelni rad i lakše rješavanje problema</a:t>
            </a:r>
          </a:p>
          <a:p>
            <a:pPr marL="457200" lvl="1" indent="0">
              <a:buNone/>
            </a:pPr>
            <a:r>
              <a:rPr lang="hr-HR" b="1" dirty="0"/>
              <a:t>KOMUNIKACIJA</a:t>
            </a:r>
          </a:p>
          <a:p>
            <a:pPr marL="800100" lvl="1"/>
            <a:r>
              <a:rPr lang="hr-HR" dirty="0"/>
              <a:t>GitHub, WhatsApp, sastanci uživo</a:t>
            </a:r>
          </a:p>
          <a:p>
            <a:pPr marL="457200" lvl="1" indent="0">
              <a:buNone/>
            </a:pPr>
            <a:endParaRPr lang="hr-HR" sz="2400" dirty="0"/>
          </a:p>
          <a:p>
            <a:pPr marL="457200" lvl="1" indent="0">
              <a:buNone/>
            </a:pPr>
            <a:endParaRPr lang="hr-HR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9A756B4-E070-B96A-4231-AE7ABA3DF8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4816799"/>
              </p:ext>
            </p:extLst>
          </p:nvPr>
        </p:nvGraphicFramePr>
        <p:xfrm>
          <a:off x="1632281" y="2985246"/>
          <a:ext cx="6096000" cy="3836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F3C4E-6F13-90BE-8383-9327B6BC3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9DA96-FDD6-811D-E5E9-5F41D16ED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 po satima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16D9240-88F6-C71A-D850-ACF7BDEA5F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035695"/>
              </p:ext>
            </p:extLst>
          </p:nvPr>
        </p:nvGraphicFramePr>
        <p:xfrm>
          <a:off x="71437" y="1222562"/>
          <a:ext cx="9001125" cy="508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527">
                  <a:extLst>
                    <a:ext uri="{9D8B030D-6E8A-4147-A177-3AD203B41FA5}">
                      <a16:colId xmlns:a16="http://schemas.microsoft.com/office/drawing/2014/main" val="3685437054"/>
                    </a:ext>
                  </a:extLst>
                </a:gridCol>
                <a:gridCol w="1110223">
                  <a:extLst>
                    <a:ext uri="{9D8B030D-6E8A-4147-A177-3AD203B41FA5}">
                      <a16:colId xmlns:a16="http://schemas.microsoft.com/office/drawing/2014/main" val="3852146177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1643994439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396341512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4125642855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1324899236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1824820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Aktivnost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Tea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Jakov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Luka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Borna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Ivano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Dorotea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621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Upravljanje projekton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432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Opis i dijagrami obrazaca uporabe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852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Sekvencijski dijagrami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820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F i NF zahtjevi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0671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Arhitektura i dijagrami sustava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1958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Baza podataka i dinamičko ponašanje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10+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4982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Implementacija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10+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10+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10+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10+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10+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8538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Deployment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.2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8435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Testiranje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1998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3FA3F-6E0C-BB00-9222-61A72FFA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484453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CBA8-11D5-D65F-3F83-F59F385A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Demonstracija 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ADC07-223F-0954-0AAD-901A9AD83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URL: https://programsko-inzenjerstvo-projekt-1.onrender.com/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6D2D5-F8F8-3548-34C0-61BDD7AA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F1080116-32CD-451C-5858-3B67A81CB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42" t="9486" r="27123" b="8404"/>
          <a:stretch>
            <a:fillRect/>
          </a:stretch>
        </p:blipFill>
        <p:spPr>
          <a:xfrm>
            <a:off x="389711" y="4031921"/>
            <a:ext cx="3074894" cy="2757117"/>
          </a:xfrm>
          <a:prstGeom prst="rect">
            <a:avLst/>
          </a:prstGeom>
        </p:spPr>
      </p:pic>
      <p:pic>
        <p:nvPicPr>
          <p:cNvPr id="14" name="Picture 13" descr="A blue rectangular sign with white text&#10;&#10;AI-generated content may be incorrect.">
            <a:extLst>
              <a:ext uri="{FF2B5EF4-FFF2-40B4-BE49-F238E27FC236}">
                <a16:creationId xmlns:a16="http://schemas.microsoft.com/office/drawing/2014/main" id="{DAEAADFF-4666-A556-4948-BAC30223F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05" t="11360" r="31366" b="7346"/>
          <a:stretch>
            <a:fillRect/>
          </a:stretch>
        </p:blipFill>
        <p:spPr>
          <a:xfrm>
            <a:off x="1" y="1442376"/>
            <a:ext cx="2434872" cy="2599504"/>
          </a:xfrm>
          <a:prstGeom prst="rect">
            <a:avLst/>
          </a:prstGeom>
        </p:spPr>
      </p:pic>
      <p:pic>
        <p:nvPicPr>
          <p:cNvPr id="10" name="Picture 9" descr="A screenshot of a computer">
            <a:extLst>
              <a:ext uri="{FF2B5EF4-FFF2-40B4-BE49-F238E27FC236}">
                <a16:creationId xmlns:a16="http://schemas.microsoft.com/office/drawing/2014/main" id="{F1D58103-DAF6-B09B-E41D-AD89133FB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550"/>
          <a:stretch>
            <a:fillRect/>
          </a:stretch>
        </p:blipFill>
        <p:spPr>
          <a:xfrm>
            <a:off x="4318550" y="1442376"/>
            <a:ext cx="4705766" cy="2757117"/>
          </a:xfrm>
          <a:prstGeom prst="rect">
            <a:avLst/>
          </a:prstGeom>
        </p:spPr>
      </p:pic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5FF1C7D4-E065-EE7E-7ED9-CE9DC8B2EF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679" y="4050405"/>
            <a:ext cx="5059534" cy="2562724"/>
          </a:xfrm>
          <a:prstGeom prst="rect">
            <a:avLst/>
          </a:prstGeom>
        </p:spPr>
      </p:pic>
      <p:pic>
        <p:nvPicPr>
          <p:cNvPr id="12" name="Picture 11" descr="A screenshot of a computer">
            <a:extLst>
              <a:ext uri="{FF2B5EF4-FFF2-40B4-BE49-F238E27FC236}">
                <a16:creationId xmlns:a16="http://schemas.microsoft.com/office/drawing/2014/main" id="{56B96E24-1E84-8515-0FC6-4A384FB873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02" t="20471" r="22850" b="15490"/>
          <a:stretch>
            <a:fillRect/>
          </a:stretch>
        </p:blipFill>
        <p:spPr>
          <a:xfrm>
            <a:off x="1963157" y="2075451"/>
            <a:ext cx="3301518" cy="196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02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b="1" dirty="0"/>
              <a:t>Što je bilo dobro?</a:t>
            </a:r>
            <a:endParaRPr lang="hr-HR" b="1" noProof="0" dirty="0"/>
          </a:p>
          <a:p>
            <a:r>
              <a:rPr lang="hr-HR" dirty="0">
                <a:sym typeface="Wingdings" panose="05000000000000000000" pitchFamily="2" charset="2"/>
              </a:rPr>
              <a:t>Redovita komunikacija</a:t>
            </a:r>
          </a:p>
          <a:p>
            <a:r>
              <a:rPr lang="hr-HR" noProof="0" dirty="0">
                <a:sym typeface="Wingdings" panose="05000000000000000000" pitchFamily="2" charset="2"/>
              </a:rPr>
              <a:t>Jasna podjela zadataka i uloga među članovima</a:t>
            </a:r>
          </a:p>
          <a:p>
            <a:r>
              <a:rPr lang="hr-HR" dirty="0">
                <a:sym typeface="Wingdings" panose="05000000000000000000" pitchFamily="2" charset="2"/>
              </a:rPr>
              <a:t>Predaja zadataka na vrijeme</a:t>
            </a:r>
          </a:p>
          <a:p>
            <a:pPr marL="0" indent="0">
              <a:buNone/>
            </a:pPr>
            <a:r>
              <a:rPr lang="hr-HR" b="1" noProof="0" dirty="0">
                <a:sym typeface="Wingdings" panose="05000000000000000000" pitchFamily="2" charset="2"/>
              </a:rPr>
              <a:t>Što je moglo bolje?</a:t>
            </a:r>
          </a:p>
          <a:p>
            <a:r>
              <a:rPr lang="hr-HR" dirty="0">
                <a:sym typeface="Wingdings" panose="05000000000000000000" pitchFamily="2" charset="2"/>
              </a:rPr>
              <a:t>B</a:t>
            </a:r>
            <a:r>
              <a:rPr lang="hr-HR" noProof="0" dirty="0">
                <a:sym typeface="Wingdings" panose="05000000000000000000" pitchFamily="2" charset="2"/>
              </a:rPr>
              <a:t>olja koordinacija kod preuzimanja zadataka drugih članova</a:t>
            </a:r>
          </a:p>
          <a:p>
            <a:r>
              <a:rPr lang="hr-HR" dirty="0">
                <a:sym typeface="Wingdings" panose="05000000000000000000" pitchFamily="2" charset="2"/>
              </a:rPr>
              <a:t>Obavještavanje drugih članova pri izvršavanju zadataka</a:t>
            </a:r>
          </a:p>
          <a:p>
            <a:r>
              <a:rPr lang="hr-HR" noProof="0" dirty="0">
                <a:sym typeface="Wingdings" panose="05000000000000000000" pitchFamily="2" charset="2"/>
              </a:rPr>
              <a:t>Preciznija procjena trajanja zadataka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1347</TotalTime>
  <Words>578</Words>
  <Application>Microsoft Office PowerPoint</Application>
  <PresentationFormat>On-screen Show (4:3)</PresentationFormat>
  <Paragraphs>181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StanPlan</vt:lpstr>
      <vt:lpstr>Sadržaj</vt:lpstr>
      <vt:lpstr>Članovi grupe</vt:lpstr>
      <vt:lpstr>O projektu</vt:lpstr>
      <vt:lpstr>Pregled zahtjeva</vt:lpstr>
      <vt:lpstr>Pregled zahtjeva</vt:lpstr>
      <vt:lpstr>UML dijagram obrazaca uporabe</vt:lpstr>
      <vt:lpstr>Arhitektura sustava</vt:lpstr>
      <vt:lpstr>Arhitektura sustava</vt:lpstr>
      <vt:lpstr>Ispitivanje</vt:lpstr>
      <vt:lpstr>Korišteni alati i tehnologije</vt:lpstr>
      <vt:lpstr>Organizacija rada</vt:lpstr>
      <vt:lpstr>Organizacija rada po satima</vt:lpstr>
      <vt:lpstr>Demonstracija aplikacije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Dorotea Perkovic</cp:lastModifiedBy>
  <cp:revision>19</cp:revision>
  <dcterms:created xsi:type="dcterms:W3CDTF">2016-01-18T13:10:52Z</dcterms:created>
  <dcterms:modified xsi:type="dcterms:W3CDTF">2026-01-20T21:06:21Z</dcterms:modified>
</cp:coreProperties>
</file>